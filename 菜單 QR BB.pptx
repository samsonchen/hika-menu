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71" r:id="rId2"/>
  </p:sldIdLst>
  <p:sldSz cx="5376863" cy="7169150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6" d="100"/>
          <a:sy n="116" d="100"/>
        </p:scale>
        <p:origin x="3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441" y="744558"/>
            <a:ext cx="3291659" cy="1583896"/>
          </a:xfrm>
        </p:spPr>
        <p:txBody>
          <a:bodyPr anchor="b"/>
          <a:lstStyle>
            <a:lvl1pPr algn="ctr"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068" y="2389535"/>
            <a:ext cx="2904405" cy="1098407"/>
          </a:xfrm>
        </p:spPr>
        <p:txBody>
          <a:bodyPr/>
          <a:lstStyle>
            <a:lvl1pPr marL="0" indent="0" algn="ctr">
              <a:buNone/>
              <a:defRPr sz="895"/>
            </a:lvl1pPr>
            <a:lvl2pPr marL="170594" indent="0" algn="ctr">
              <a:buNone/>
              <a:defRPr sz="746"/>
            </a:lvl2pPr>
            <a:lvl3pPr marL="341189" indent="0" algn="ctr">
              <a:buNone/>
              <a:defRPr sz="672"/>
            </a:lvl3pPr>
            <a:lvl4pPr marL="511783" indent="0" algn="ctr">
              <a:buNone/>
              <a:defRPr sz="597"/>
            </a:lvl4pPr>
            <a:lvl5pPr marL="682376" indent="0" algn="ctr">
              <a:buNone/>
              <a:defRPr sz="597"/>
            </a:lvl5pPr>
            <a:lvl6pPr marL="852971" indent="0" algn="ctr">
              <a:buNone/>
              <a:defRPr sz="597"/>
            </a:lvl6pPr>
            <a:lvl7pPr marL="1023565" indent="0" algn="ctr">
              <a:buNone/>
              <a:defRPr sz="597"/>
            </a:lvl7pPr>
            <a:lvl8pPr marL="1194159" indent="0" algn="ctr">
              <a:buNone/>
              <a:defRPr sz="597"/>
            </a:lvl8pPr>
            <a:lvl9pPr marL="1364753" indent="0" algn="ctr">
              <a:buNone/>
              <a:defRPr sz="5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791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96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20" y="1134215"/>
            <a:ext cx="3340066" cy="1892460"/>
          </a:xfrm>
        </p:spPr>
        <p:txBody>
          <a:bodyPr anchor="b"/>
          <a:lstStyle>
            <a:lvl1pPr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220" y="3044578"/>
            <a:ext cx="3340066" cy="995200"/>
          </a:xfrm>
        </p:spPr>
        <p:txBody>
          <a:bodyPr/>
          <a:lstStyle>
            <a:lvl1pPr marL="0" indent="0">
              <a:buNone/>
              <a:defRPr sz="895">
                <a:solidFill>
                  <a:schemeClr val="tx1">
                    <a:tint val="82000"/>
                  </a:schemeClr>
                </a:solidFill>
              </a:defRPr>
            </a:lvl1pPr>
            <a:lvl2pPr marL="170594" indent="0">
              <a:buNone/>
              <a:defRPr sz="746">
                <a:solidFill>
                  <a:schemeClr val="tx1">
                    <a:tint val="82000"/>
                  </a:schemeClr>
                </a:solidFill>
              </a:defRPr>
            </a:lvl2pPr>
            <a:lvl3pPr marL="341189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3pPr>
            <a:lvl4pPr marL="51178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4pPr>
            <a:lvl5pPr marL="682376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5pPr>
            <a:lvl6pPr marL="852971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6pPr>
            <a:lvl7pPr marL="1023565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7pPr>
            <a:lvl8pPr marL="1194159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8pPr>
            <a:lvl9pPr marL="136475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0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238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0474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621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1" y="242220"/>
            <a:ext cx="3340066" cy="8793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42" y="1115258"/>
            <a:ext cx="1638266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42" y="1661828"/>
            <a:ext cx="1638266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0474" y="1115258"/>
            <a:ext cx="1646334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0474" y="1661828"/>
            <a:ext cx="1646334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583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404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78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334" y="655044"/>
            <a:ext cx="1960474" cy="3233085"/>
          </a:xfrm>
        </p:spPr>
        <p:txBody>
          <a:bodyPr/>
          <a:lstStyle>
            <a:lvl1pPr>
              <a:defRPr sz="1194"/>
            </a:lvl1pPr>
            <a:lvl2pPr>
              <a:defRPr sz="1044"/>
            </a:lvl2pPr>
            <a:lvl3pPr>
              <a:defRPr sz="895"/>
            </a:lvl3pPr>
            <a:lvl4pPr>
              <a:defRPr sz="746"/>
            </a:lvl4pPr>
            <a:lvl5pPr>
              <a:defRPr sz="746"/>
            </a:lvl5pPr>
            <a:lvl6pPr>
              <a:defRPr sz="746"/>
            </a:lvl6pPr>
            <a:lvl7pPr>
              <a:defRPr sz="746"/>
            </a:lvl7pPr>
            <a:lvl8pPr>
              <a:defRPr sz="746"/>
            </a:lvl8pPr>
            <a:lvl9pPr>
              <a:defRPr sz="74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18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6334" y="655044"/>
            <a:ext cx="1960474" cy="3233085"/>
          </a:xfrm>
        </p:spPr>
        <p:txBody>
          <a:bodyPr anchor="t"/>
          <a:lstStyle>
            <a:lvl1pPr marL="0" indent="0">
              <a:buNone/>
              <a:defRPr sz="1194"/>
            </a:lvl1pPr>
            <a:lvl2pPr marL="170594" indent="0">
              <a:buNone/>
              <a:defRPr sz="1044"/>
            </a:lvl2pPr>
            <a:lvl3pPr marL="341189" indent="0">
              <a:buNone/>
              <a:defRPr sz="895"/>
            </a:lvl3pPr>
            <a:lvl4pPr marL="511783" indent="0">
              <a:buNone/>
              <a:defRPr sz="746"/>
            </a:lvl4pPr>
            <a:lvl5pPr marL="682376" indent="0">
              <a:buNone/>
              <a:defRPr sz="746"/>
            </a:lvl5pPr>
            <a:lvl6pPr marL="852971" indent="0">
              <a:buNone/>
              <a:defRPr sz="746"/>
            </a:lvl6pPr>
            <a:lvl7pPr marL="1023565" indent="0">
              <a:buNone/>
              <a:defRPr sz="746"/>
            </a:lvl7pPr>
            <a:lvl8pPr marL="1194159" indent="0">
              <a:buNone/>
              <a:defRPr sz="746"/>
            </a:lvl8pPr>
            <a:lvl9pPr marL="1364753" indent="0">
              <a:buNone/>
              <a:defRPr sz="74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731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52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71287" y="242219"/>
            <a:ext cx="835016" cy="385548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6238" y="242219"/>
            <a:ext cx="2456643" cy="385548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7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237" y="242220"/>
            <a:ext cx="3340066" cy="879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237" y="1211090"/>
            <a:ext cx="3340066" cy="2886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238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0CF0-0FD1-8242-A4CA-D74CC6A251BD}" type="datetimeFigureOut">
              <a:rPr kumimoji="1" lang="zh-TW" altLang="en-US" smtClean="0"/>
              <a:t>2026/4/27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2780" y="4216703"/>
            <a:ext cx="1306982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4982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76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geBorder"/>
          <p:cNvSpPr/>
          <p:nvPr/>
        </p:nvSpPr>
        <p:spPr>
          <a:xfrm>
            <a:off x="468385" y="303509"/>
            <a:ext cx="4440346" cy="656289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1" name="InnerBorder"/>
          <p:cNvSpPr/>
          <p:nvPr/>
        </p:nvSpPr>
        <p:spPr>
          <a:xfrm>
            <a:off x="518970" y="354094"/>
            <a:ext cx="4339176" cy="646172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2" name="TitleMenu"/>
          <p:cNvSpPr txBox="1"/>
          <p:nvPr/>
        </p:nvSpPr>
        <p:spPr>
          <a:xfrm>
            <a:off x="529087" y="607019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2549" spc="637" dirty="0">
                <a:solidFill>
                  <a:srgbClr val="000000"/>
                </a:solidFill>
                <a:latin typeface="Georgia"/>
              </a:rPr>
              <a:t>嗨咖驛站</a:t>
            </a:r>
            <a:endParaRPr lang="en-US" sz="2549" spc="637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3" name="TopLine"/>
          <p:cNvSpPr/>
          <p:nvPr/>
        </p:nvSpPr>
        <p:spPr>
          <a:xfrm>
            <a:off x="1676859" y="109263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0" name="D1"/>
          <p:cNvSpPr/>
          <p:nvPr/>
        </p:nvSpPr>
        <p:spPr>
          <a:xfrm>
            <a:off x="2637973" y="104204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4" name="Subtitle"/>
          <p:cNvSpPr txBox="1"/>
          <p:nvPr/>
        </p:nvSpPr>
        <p:spPr>
          <a:xfrm>
            <a:off x="529087" y="1193804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花蓮縣豐濱鄉豐濱村永豐 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14 </a:t>
            </a: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號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/ 03-8791988</a:t>
            </a:r>
            <a:endParaRPr lang="en-US" sz="1115" spc="159" dirty="0">
              <a:solidFill>
                <a:srgbClr val="555555"/>
              </a:solidFill>
              <a:latin typeface="Georgia"/>
            </a:endParaRPr>
          </a:p>
        </p:txBody>
      </p:sp>
      <p:sp>
        <p:nvSpPr>
          <p:cNvPr id="65" name="MidLine"/>
          <p:cNvSpPr/>
          <p:nvPr/>
        </p:nvSpPr>
        <p:spPr>
          <a:xfrm>
            <a:off x="1676859" y="149731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1" name="D2"/>
          <p:cNvSpPr/>
          <p:nvPr/>
        </p:nvSpPr>
        <p:spPr>
          <a:xfrm>
            <a:off x="2637973" y="144672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80" name="QRPlaceholder"/>
          <p:cNvSpPr/>
          <p:nvPr/>
        </p:nvSpPr>
        <p:spPr>
          <a:xfrm>
            <a:off x="1778029" y="1770472"/>
            <a:ext cx="1821058" cy="18210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>
                <a:solidFill>
                  <a:srgbClr val="AAAAAA"/>
                </a:solidFill>
              </a:rPr>
              <a:t>QR Code</a:t>
            </a:r>
            <a:endParaRPr lang="zh-TW" sz="1800" b="1">
              <a:solidFill>
                <a:srgbClr val="AAAAAA"/>
              </a:solidFill>
            </a:endParaRPr>
          </a:p>
        </p:txBody>
      </p:sp>
      <p:sp>
        <p:nvSpPr>
          <p:cNvPr id="6" name="URLText"/>
          <p:cNvSpPr txBox="1"/>
          <p:nvPr/>
        </p:nvSpPr>
        <p:spPr>
          <a:xfrm>
            <a:off x="529087" y="36927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956" dirty="0">
                <a:solidFill>
                  <a:srgbClr val="555555"/>
                </a:solidFill>
                <a:latin typeface="Segoe UI"/>
              </a:rPr>
              <a:t>https://</a:t>
            </a:r>
            <a:r>
              <a:rPr lang="en-US" sz="956" dirty="0" err="1">
                <a:solidFill>
                  <a:srgbClr val="555555"/>
                </a:solidFill>
                <a:latin typeface="Segoe UI"/>
              </a:rPr>
              <a:t>hika.gigahertz.us</a:t>
            </a:r>
            <a:endParaRPr lang="en-US" sz="956" dirty="0">
              <a:solidFill>
                <a:srgbClr val="555555"/>
              </a:solidFill>
              <a:latin typeface="Segoe UI"/>
            </a:endParaRPr>
          </a:p>
        </p:txBody>
      </p:sp>
      <p:sp>
        <p:nvSpPr>
          <p:cNvPr id="66" name="DivLine"/>
          <p:cNvSpPr/>
          <p:nvPr/>
        </p:nvSpPr>
        <p:spPr>
          <a:xfrm>
            <a:off x="1676859" y="4026561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2" name="D3"/>
          <p:cNvSpPr/>
          <p:nvPr/>
        </p:nvSpPr>
        <p:spPr>
          <a:xfrm>
            <a:off x="2648090" y="3986093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30" name="InstructionCN"/>
          <p:cNvSpPr txBox="1"/>
          <p:nvPr/>
        </p:nvSpPr>
        <p:spPr>
          <a:xfrm>
            <a:off x="529087" y="4228901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1434" b="1" dirty="0">
                <a:solidFill>
                  <a:srgbClr val="000000"/>
                </a:solidFill>
                <a:latin typeface="Georgia"/>
                <a:ea typeface="Microsoft JhengHei UI"/>
              </a:rPr>
              <a:t>多國語圖片菜單</a:t>
            </a:r>
          </a:p>
          <a:p>
            <a:pPr algn="ctr">
              <a:buNone/>
            </a:pPr>
            <a:r>
              <a:rPr lang="zh-TW" sz="1115" dirty="0">
                <a:solidFill>
                  <a:srgbClr val="333333"/>
                </a:solidFill>
                <a:latin typeface="Georgia"/>
                <a:ea typeface="Microsoft JhengHei UI"/>
              </a:rPr>
              <a:t>請用手機掃描 QR Code</a:t>
            </a:r>
          </a:p>
        </p:txBody>
      </p:sp>
      <p:sp>
        <p:nvSpPr>
          <p:cNvPr id="31" name="InstructionEN"/>
          <p:cNvSpPr txBox="1"/>
          <p:nvPr/>
        </p:nvSpPr>
        <p:spPr>
          <a:xfrm>
            <a:off x="529087" y="4754984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115" b="1" dirty="0">
                <a:solidFill>
                  <a:srgbClr val="000000"/>
                </a:solidFill>
                <a:latin typeface="Georgia"/>
              </a:rPr>
              <a:t>Multilingual Picture Menu</a:t>
            </a:r>
          </a:p>
          <a:p>
            <a:pPr algn="ctr">
              <a:buNone/>
            </a:pPr>
            <a:r>
              <a:rPr lang="en-US" sz="1115" dirty="0">
                <a:solidFill>
                  <a:srgbClr val="333333"/>
                </a:solidFill>
                <a:latin typeface="Georgia"/>
              </a:rPr>
              <a:t>Scan QR Code with Your Phone</a:t>
            </a:r>
          </a:p>
        </p:txBody>
      </p:sp>
      <p:sp>
        <p:nvSpPr>
          <p:cNvPr id="32" name="InstructionJP"/>
          <p:cNvSpPr txBox="1"/>
          <p:nvPr/>
        </p:nvSpPr>
        <p:spPr>
          <a:xfrm>
            <a:off x="529087" y="5220365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ja-JP" sz="1115" b="1" dirty="0">
                <a:solidFill>
                  <a:srgbClr val="000000"/>
                </a:solidFill>
                <a:latin typeface="Georgia"/>
                <a:ea typeface="Yu Gothic UI"/>
              </a:rPr>
              <a:t>多言語写真付きメニュー</a:t>
            </a:r>
          </a:p>
          <a:p>
            <a:pPr algn="ctr">
              <a:buNone/>
            </a:pPr>
            <a:r>
              <a:rPr lang="ja-JP" sz="1115" dirty="0">
                <a:solidFill>
                  <a:srgbClr val="333333"/>
                </a:solidFill>
                <a:latin typeface="Georgia"/>
                <a:ea typeface="Yu Gothic UI"/>
              </a:rPr>
              <a:t>スマホでQRコードをスキャンしてください</a:t>
            </a:r>
          </a:p>
        </p:txBody>
      </p:sp>
      <p:sp>
        <p:nvSpPr>
          <p:cNvPr id="33" name="InstructionKR"/>
          <p:cNvSpPr txBox="1"/>
          <p:nvPr/>
        </p:nvSpPr>
        <p:spPr>
          <a:xfrm>
            <a:off x="529087" y="5685746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ko-KR" sz="1115" b="1" dirty="0">
                <a:solidFill>
                  <a:srgbClr val="000000"/>
                </a:solidFill>
                <a:latin typeface="Georgia"/>
                <a:ea typeface="Malgun Gothic"/>
              </a:rPr>
              <a:t>다국어 사진 메뉴</a:t>
            </a:r>
          </a:p>
          <a:p>
            <a:pPr algn="ctr">
              <a:buNone/>
            </a:pPr>
            <a:r>
              <a:rPr lang="ko-KR" sz="1115" dirty="0">
                <a:solidFill>
                  <a:srgbClr val="333333"/>
                </a:solidFill>
                <a:latin typeface="Georgia"/>
                <a:ea typeface="Malgun Gothic"/>
              </a:rPr>
              <a:t>휴대폰으로 QR 코드를 스캔해 주세요</a:t>
            </a:r>
          </a:p>
        </p:txBody>
      </p:sp>
      <p:sp>
        <p:nvSpPr>
          <p:cNvPr id="67" name="BtmLine"/>
          <p:cNvSpPr/>
          <p:nvPr/>
        </p:nvSpPr>
        <p:spPr>
          <a:xfrm>
            <a:off x="1676859" y="6171362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3" name="D4"/>
          <p:cNvSpPr/>
          <p:nvPr/>
        </p:nvSpPr>
        <p:spPr>
          <a:xfrm>
            <a:off x="2648090" y="6130894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50" name="Footer"/>
          <p:cNvSpPr txBox="1"/>
          <p:nvPr/>
        </p:nvSpPr>
        <p:spPr>
          <a:xfrm>
            <a:off x="529087" y="63130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956" dirty="0">
                <a:solidFill>
                  <a:srgbClr val="555555"/>
                </a:solidFill>
                <a:ea typeface="Microsoft JhengHei UI"/>
              </a:rPr>
              <a:t>中文</a:t>
            </a:r>
            <a:r>
              <a:rPr lang="en-US" sz="956" dirty="0">
                <a:solidFill>
                  <a:srgbClr val="555555"/>
                </a:solidFill>
                <a:latin typeface="Segoe UI"/>
              </a:rPr>
              <a:t>  ·  English  ·  </a:t>
            </a:r>
            <a:r>
              <a:rPr lang="ja-JP" sz="956" dirty="0">
                <a:solidFill>
                  <a:srgbClr val="555555"/>
                </a:solidFill>
                <a:ea typeface="Yu Gothic UI"/>
              </a:rPr>
              <a:t>日本語</a:t>
            </a:r>
            <a:r>
              <a:rPr lang="en-US" sz="956" dirty="0">
                <a:solidFill>
                  <a:srgbClr val="555555"/>
                </a:solidFill>
              </a:rPr>
              <a:t>  ·  </a:t>
            </a:r>
            <a:r>
              <a:rPr lang="ko-KR" sz="956" dirty="0">
                <a:solidFill>
                  <a:srgbClr val="555555"/>
                </a:solidFill>
                <a:ea typeface="Malgun Gothic"/>
              </a:rPr>
              <a:t>한국어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9A8F57-A0B4-FB99-0292-5C7045369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676" y="1848246"/>
            <a:ext cx="1665509" cy="166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 [1774154324142]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9F37BA-6DDB-B540-9430-FFEF9C957DD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71</Words>
  <Application>Microsoft Macintosh PowerPoint</Application>
  <PresentationFormat>B5 (ISO) 紙張 (176x250 公釐)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Malgun Gothic</vt:lpstr>
      <vt:lpstr>Microsoft JhengHei UI</vt:lpstr>
      <vt:lpstr>Yu Gothic UI</vt:lpstr>
      <vt:lpstr>Aptos</vt:lpstr>
      <vt:lpstr>Aptos Display</vt:lpstr>
      <vt:lpstr>Arial</vt:lpstr>
      <vt:lpstr>Georgia</vt:lpstr>
      <vt:lpstr>Segoe UI</vt:lpstr>
      <vt:lpstr>Office 佈景主題 [1774154324142]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Chen</dc:creator>
  <cp:lastModifiedBy>Samson Chen</cp:lastModifiedBy>
  <cp:revision>3</cp:revision>
  <cp:lastPrinted>2026-03-22T04:47:35Z</cp:lastPrinted>
  <dcterms:created xsi:type="dcterms:W3CDTF">2026-03-22T04:20:01Z</dcterms:created>
  <dcterms:modified xsi:type="dcterms:W3CDTF">2026-04-27T07:31:39Z</dcterms:modified>
</cp:coreProperties>
</file>